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77" y="71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Automation Exercise Test Framework</a:t>
            </a:r>
          </a:p>
          <a:p>
            <a:pPr algn="ctr">
              <a:defRPr sz="2000"/>
            </a:pPr>
            <a:r>
              <a:t>End-to-End Testing with Java, Selenium &amp; RestAssured</a:t>
            </a:r>
          </a:p>
          <a:p>
            <a:pPr algn="ctr">
              <a:spcBef>
                <a:spcPts val="2000"/>
              </a:spcBef>
              <a:defRPr sz="1800"/>
            </a:pPr>
            <a:r>
              <a:t>Giorgi Malkhaziani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goal of this project was to build a reliable automation framework for automationexercise.com.</a:t>
            </a:r>
          </a:p>
          <a:p>
            <a:r>
              <a:rPr lang="en-US" dirty="0"/>
              <a:t>The framework tests both the </a:t>
            </a:r>
            <a:r>
              <a:rPr lang="en-US" b="1" dirty="0"/>
              <a:t>UI and API layers</a:t>
            </a:r>
            <a:r>
              <a:rPr lang="en-US" dirty="0"/>
              <a:t> to ensure the application works correctly from the user side and the backend.</a:t>
            </a:r>
          </a:p>
          <a:p>
            <a:r>
              <a:rPr lang="en-US" dirty="0"/>
              <a:t>In total, </a:t>
            </a:r>
            <a:r>
              <a:rPr lang="en-US" b="1" dirty="0"/>
              <a:t>20 automated tests</a:t>
            </a:r>
            <a:r>
              <a:rPr lang="en-US" dirty="0"/>
              <a:t> were implemented: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10 UI tests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10 API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Technology Stack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framework is built using modern automation tools: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Java 11 as the programming language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Selenium WebDriver for UI automation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RestAssured</a:t>
            </a:r>
            <a:r>
              <a:rPr lang="en-US" dirty="0"/>
              <a:t> for API testing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TestNG for test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Maven for dependency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Allure Reports for test reporting</a:t>
            </a:r>
          </a:p>
          <a:p>
            <a:pPr marL="0" indent="0">
              <a:buNone/>
            </a:pPr>
            <a:r>
              <a:rPr lang="en-US" dirty="0"/>
              <a:t>These tools are widely used in real-world automation projects.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Coverage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UI tests focus on important user actions, including: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User registration and login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Valid and invalid authentication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Product search and viewing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Contact form submission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Shopping cart functionality</a:t>
            </a:r>
          </a:p>
          <a:p>
            <a:pPr marL="0" indent="0">
              <a:buNone/>
            </a:pPr>
            <a:r>
              <a:rPr lang="en-US" dirty="0"/>
              <a:t>These tests simulate real user behavior.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Test Coverage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API tests validate backend functionality independently from the UI.</a:t>
            </a:r>
          </a:p>
          <a:p>
            <a:r>
              <a:rPr lang="en-US" dirty="0"/>
              <a:t>They cover: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Product and brand endpoints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Search functionality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User authentication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User creation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HTTP methods like GET, POST, PUT, and DELETE</a:t>
            </a:r>
          </a:p>
          <a:p>
            <a:pPr marL="0" indent="0">
              <a:buNone/>
            </a:pPr>
            <a:r>
              <a:rPr lang="en-US" dirty="0"/>
              <a:t>This ensures the API responds correctly.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Execution and Stability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framework supports </a:t>
            </a:r>
            <a:r>
              <a:rPr lang="en-US" b="1" dirty="0"/>
              <a:t>parallel test execution</a:t>
            </a:r>
            <a:r>
              <a:rPr lang="en-US" dirty="0"/>
              <a:t>, which improves speed.</a:t>
            </a:r>
          </a:p>
          <a:p>
            <a:r>
              <a:rPr lang="en-US" dirty="0"/>
              <a:t>Explicit waits are used instead of fixed delays, making tests more reliable.</a:t>
            </a:r>
          </a:p>
          <a:p>
            <a:r>
              <a:rPr lang="en-US" dirty="0"/>
              <a:t>Screenshots are automatically captured on failure for easier debugging (Allure).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Design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Explicit Waits: No hard-coded sleeps, reliable synchronization</a:t>
            </a:r>
          </a:p>
          <a:p>
            <a:pPr lvl="1"/>
            <a:r>
              <a:t>Why: Faster, more stable tests</a:t>
            </a:r>
          </a:p>
          <a:p>
            <a:pPr lvl="1"/>
            <a:r>
              <a:t>Parallel Execution: Tests run in parallel threads</a:t>
            </a:r>
          </a:p>
          <a:p>
            <a:pPr lvl="1"/>
            <a:r>
              <a:t>Why: Faster execution time</a:t>
            </a:r>
          </a:p>
          <a:p>
            <a:pPr lvl="1"/>
            <a:r>
              <a:t>Test Listeners: Auto screenshot on failure</a:t>
            </a:r>
          </a:p>
          <a:p>
            <a:pPr lvl="1"/>
            <a:r>
              <a:t>Why: Better debugging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Reporting &amp;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Allure Reports provide:</a:t>
            </a:r>
          </a:p>
          <a:p>
            <a:pPr lvl="1"/>
            <a:r>
              <a:t>Detailed test execution steps</a:t>
            </a:r>
          </a:p>
          <a:p>
            <a:pPr lvl="1"/>
            <a:r>
              <a:t>Screenshots for failed UI tests</a:t>
            </a:r>
          </a:p>
          <a:p>
            <a:pPr lvl="1"/>
            <a:r>
              <a:t>API request/response attachments</a:t>
            </a:r>
          </a:p>
          <a:p>
            <a:pPr lvl="1"/>
            <a:r>
              <a:t>Test execution trends and history</a:t>
            </a:r>
          </a:p>
          <a:p>
            <a:pPr lvl="1"/>
            <a:r>
              <a:t>Clean, professional presentation of results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 and Overlay Handling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To prevent ads from breaking tests, I implemented a two-layer solution.</a:t>
            </a:r>
          </a:p>
          <a:p>
            <a:r>
              <a:rPr lang="en-US" dirty="0"/>
              <a:t>First, in the </a:t>
            </a:r>
            <a:r>
              <a:rPr lang="en-US" dirty="0" err="1"/>
              <a:t>DriverManager</a:t>
            </a:r>
            <a:r>
              <a:rPr lang="en-US" dirty="0"/>
              <a:t> class, I configured Chrome to block ads using browser options like disabling pop-ups and notifications.</a:t>
            </a:r>
          </a:p>
          <a:p>
            <a:r>
              <a:rPr lang="en-US" dirty="0"/>
              <a:t>Second, in the </a:t>
            </a:r>
            <a:r>
              <a:rPr lang="en-US" dirty="0" err="1"/>
              <a:t>BasePage</a:t>
            </a:r>
            <a:r>
              <a:rPr lang="en-US" dirty="0"/>
              <a:t> class, I added error handling in the click method. If a normal click fails, the framework automatically uses a JavaScript click to bypass overlays.</a:t>
            </a:r>
          </a:p>
          <a:p>
            <a:r>
              <a:rPr lang="en-US" dirty="0"/>
              <a:t>This approach prevents ad-related failures and keeps tests stable.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401</Words>
  <Application>Microsoft Office PowerPoint</Application>
  <PresentationFormat>On-screen Show (4:3)</PresentationFormat>
  <Paragraphs>58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Project Overview</vt:lpstr>
      <vt:lpstr>Technology Stack</vt:lpstr>
      <vt:lpstr>Test Coverage</vt:lpstr>
      <vt:lpstr>API Test Coverage</vt:lpstr>
      <vt:lpstr>Parallel Execution and Stability</vt:lpstr>
      <vt:lpstr>Key Design Decisions</vt:lpstr>
      <vt:lpstr>Reporting &amp; Observability</vt:lpstr>
      <vt:lpstr>Ad and Overlay Handling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sasha 𓍢ִ໋🫧 ♡₊˚ 🦢・₊✧ ‎</cp:lastModifiedBy>
  <cp:revision>2</cp:revision>
  <dcterms:created xsi:type="dcterms:W3CDTF">2013-01-27T09:14:16Z</dcterms:created>
  <dcterms:modified xsi:type="dcterms:W3CDTF">2026-02-14T07:42:22Z</dcterms:modified>
  <cp:category/>
</cp:coreProperties>
</file>