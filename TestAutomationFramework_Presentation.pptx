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Automation Exercise Test Framework</a:t>
            </a:r>
          </a:p>
          <a:p>
            <a:pPr algn="ctr">
              <a:defRPr sz="2000"/>
            </a:pPr>
            <a:r>
              <a:t>End-to-End Testing with Java, Selenium &amp; RestAssured</a:t>
            </a:r>
          </a:p>
          <a:p>
            <a:pPr algn="ctr">
              <a:spcBef>
                <a:spcPts val="2000"/>
              </a:spcBef>
              <a:defRPr sz="1800"/>
            </a:pPr>
            <a:r>
              <a:t>Giorgi Malkhaziani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 comprehensive test automation framework</a:t>
            </a:r>
          </a:p>
          <a:p>
            <a:pPr lvl="1"/>
            <a:r>
              <a:t>Target: automationexercise.com website</a:t>
            </a:r>
          </a:p>
          <a:p>
            <a:pPr lvl="1"/>
            <a:r>
              <a:t>20 automated test cases (10 UI + 10 API)</a:t>
            </a:r>
          </a:p>
          <a:p>
            <a:pPr lvl="1"/>
            <a:r>
              <a:t>Technologies: Java, Selenium, RestAssured, TestNG, Maven, Allure</a:t>
            </a:r>
          </a:p>
          <a:p>
            <a:pPr lvl="1"/>
            <a:r>
              <a:t>Design Pattern: Page Object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11: Industry standard, robust, widely supported</a:t>
            </a:r>
          </a:p>
          <a:p>
            <a:pPr lvl="1"/>
            <a:r>
              <a:t>Selenium WebDriver: Most popular UI automation tool</a:t>
            </a:r>
          </a:p>
          <a:p>
            <a:pPr lvl="1"/>
            <a:r>
              <a:t>RestAssured: Best Java library for API testing</a:t>
            </a:r>
          </a:p>
          <a:p>
            <a:pPr lvl="1"/>
            <a:r>
              <a:t>TestNG: Better features than JUnit (parallel execution, data providers)</a:t>
            </a:r>
          </a:p>
          <a:p>
            <a:pPr lvl="1"/>
            <a:r>
              <a:t>Maven: Dependency management and build automation</a:t>
            </a:r>
          </a:p>
          <a:p>
            <a:pPr lvl="1"/>
            <a:r>
              <a:t>Allure Reports: Clear, interactive test reports with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 Object Model (POM) for UI tests</a:t>
            </a:r>
          </a:p>
          <a:p>
            <a:pPr lvl="1"/>
            <a:r>
              <a:t>Separates test logic from page elements</a:t>
            </a:r>
          </a:p>
          <a:p>
            <a:pPr lvl="1"/>
            <a:r>
              <a:t>Improves maintainability and reusability</a:t>
            </a:r>
          </a:p>
          <a:p>
            <a:pPr lvl="1"/>
            <a:r>
              <a:t>BasePage class with common operations</a:t>
            </a:r>
          </a:p>
          <a:p>
            <a:pPr lvl="1"/>
            <a:r>
              <a:t>DriverManager for thread-safe WebDriver handling</a:t>
            </a:r>
          </a:p>
          <a:p>
            <a:pPr lvl="1"/>
            <a:r>
              <a:t>Clear separation: UI tests vs API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critical user flows covered:</a:t>
            </a:r>
          </a:p>
          <a:p>
            <a:pPr lvl="1"/>
            <a:r>
              <a:t>User Registration &amp; Login scenarios</a:t>
            </a:r>
          </a:p>
          <a:p>
            <a:pPr lvl="1"/>
            <a:r>
              <a:t>Authentication (valid/invalid credentials)</a:t>
            </a:r>
          </a:p>
          <a:p>
            <a:pPr lvl="1"/>
            <a:r>
              <a:t>Contact form submission</a:t>
            </a:r>
          </a:p>
          <a:p>
            <a:pPr lvl="1"/>
            <a:r>
              <a:t>Product search and viewing</a:t>
            </a:r>
          </a:p>
          <a:p>
            <a:pPr lvl="1"/>
            <a:r>
              <a:t>Shopping cart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API endpoints tested:</a:t>
            </a:r>
          </a:p>
          <a:p>
            <a:pPr lvl="1"/>
            <a:r>
              <a:t>Product and brand listing endpoints</a:t>
            </a:r>
          </a:p>
          <a:p>
            <a:pPr lvl="1"/>
            <a:r>
              <a:t>Search functionality validation</a:t>
            </a:r>
          </a:p>
          <a:p>
            <a:pPr lvl="1"/>
            <a:r>
              <a:t>User authentication endpoints</a:t>
            </a:r>
          </a:p>
          <a:p>
            <a:pPr lvl="1"/>
            <a:r>
              <a:t>User account creation</a:t>
            </a:r>
          </a:p>
          <a:p>
            <a:pPr lvl="1"/>
            <a:r>
              <a:t>HTTP method validation (GET, POST, PUT, DELETE)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 Waits: No hard-coded sleeps, reliable synchronization</a:t>
            </a:r>
          </a:p>
          <a:p>
            <a:pPr lvl="1"/>
            <a:r>
              <a:t>Why: Faster, more stable tests</a:t>
            </a:r>
          </a:p>
          <a:p>
            <a:pPr lvl="1"/>
            <a:r>
              <a:t>Parallel Execution: Tests run in parallel threads</a:t>
            </a:r>
          </a:p>
          <a:p>
            <a:pPr lvl="1"/>
            <a:r>
              <a:t>Why: Faster execution time</a:t>
            </a:r>
          </a:p>
          <a:p>
            <a:pPr lvl="1"/>
            <a:r>
              <a:t>Test Listeners: Auto screenshot on failure</a:t>
            </a:r>
          </a:p>
          <a:p>
            <a:pPr lvl="1"/>
            <a:r>
              <a:t>Why: Better debugging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Allure Reports provide:</a:t>
            </a:r>
          </a:p>
          <a:p>
            <a:pPr lvl="1"/>
            <a:r>
              <a:t>Detailed test execution steps</a:t>
            </a:r>
          </a:p>
          <a:p>
            <a:pPr lvl="1"/>
            <a:r>
              <a:t>Screenshots for failed UI tests</a:t>
            </a:r>
          </a:p>
          <a:p>
            <a:pPr lvl="1"/>
            <a:r>
              <a:t>API request/response attachments</a:t>
            </a:r>
          </a:p>
          <a:p>
            <a:pPr lvl="1"/>
            <a:r>
              <a:t>Test execution trends and history</a:t>
            </a:r>
          </a:p>
          <a:p>
            <a:pPr lvl="1"/>
            <a:r>
              <a:t>Clean, professional presentation of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Dynamic email requirements for user registration</a:t>
            </a:r>
          </a:p>
          <a:p>
            <a:pPr lvl="1"/>
            <a:r>
              <a:t>Solution: Generate unique emails using timestamp</a:t>
            </a:r>
          </a:p>
          <a:p>
            <a:pPr lvl="1"/>
            <a:r>
              <a:t>Challenge: Maintaining test independence</a:t>
            </a:r>
          </a:p>
          <a:p>
            <a:pPr lvl="1"/>
            <a:r>
              <a:t>Solution: Create new test data for each test</a:t>
            </a:r>
          </a:p>
          <a:p>
            <a:pPr lvl="1"/>
            <a:r>
              <a:t>Challenge: Thread safety for parallel execution</a:t>
            </a:r>
          </a:p>
          <a:p>
            <a:pPr lvl="1"/>
            <a:r>
              <a:t>Solution: ThreadLocal WebDriver instances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Multi-browser support (Firefox, Edge, Safari)</a:t>
            </a:r>
          </a:p>
          <a:p>
            <a:pPr lvl="1"/>
            <a:r>
              <a:t>CI/CD integration (Jenkins, GitHub Actions)</a:t>
            </a:r>
          </a:p>
          <a:p>
            <a:pPr lvl="1"/>
            <a:r>
              <a:t>Docker containerization for consistent environment</a:t>
            </a:r>
          </a:p>
          <a:p>
            <a:pPr lvl="1"/>
            <a:r>
              <a:t>Data-driven testing with external test data files</a:t>
            </a:r>
          </a:p>
          <a:p>
            <a:pPr lvl="1"/>
            <a:r>
              <a:t>Performance testing integration</a:t>
            </a:r>
          </a:p>
          <a:p>
            <a:pPr lvl="1"/>
            <a:r>
              <a:t>Cloud execution (Selenium Grid, BrowserStack)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